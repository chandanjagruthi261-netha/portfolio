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Inter" panose="020B0604020202020204" charset="0"/>
      <p:regular r:id="rId12"/>
    </p:embeddedFont>
    <p:embeddedFont>
      <p:font typeface="Petrona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68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41946"/>
            <a:ext cx="6296860" cy="2480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AI-Powered Drug Discovery: Accelerating the Development of Safer and More Effective Medicines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4206280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machine learning and generative models are reshaping each stage of the drug pipeline — cutting time, lowering cost, and improving candidate quality while preserving safety and ethical oversight.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693664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Cost of Waiting: 10–15 Years and $2.5B+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3217565"/>
            <a:ext cx="6296860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discovery averages 10–15 years and often exceeds $2.5B per approved drug.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attrition: the majority of candidates fail before reaching patients, amplifying cost and delay.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Opportunity: speed up early stages and improve decision quality to reduce downstream failures.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10953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Where AI Inserts Speed: The Pipeline Map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3434854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augments decisions across the entire pipeline: target identification → hit discovery → lead optimization → preclinical → clinical trials. Rather than brute-force screening, AI enables prediction-driven choices that prioritize high-value experiments and shorten iteration cycles.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22041"/>
            <a:ext cx="4637269" cy="34138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6251" y="1538982"/>
            <a:ext cx="5770220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Breakthrough Step 1: Targets From Protein Predictions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766251" y="2720380"/>
            <a:ext cx="5770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Advances like AlphaFold provide high-confidence protein structure models at scale.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766251" y="3495278"/>
            <a:ext cx="5770220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Speeds identification of disease-relevant binding pockets and functional sites.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structure-based virtual screening and rational design earlier in the process.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reliance on slow, costly experimental structure determination.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27945"/>
            <a:ext cx="5203794" cy="26019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139627"/>
            <a:ext cx="5203794" cy="1488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Breakthrough Step 2: Screening Billions, Faster Than Labs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332776" y="2817217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screening pipelines powered by ML can evaluate millions-to-billions of compounds in silico, ranking candidates for wet-lab validation.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32776" y="3894534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Prioritizes compounds with predicted binding, solubility, and synthetic feasibility.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bench experiments — lab resources focus on high-confidence hits.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docking, pharmacophore models, and learned scoring functions for improved hit rates.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39441"/>
            <a:ext cx="10868745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Breakthrough Step 3: Generative Design + Early Safety Signals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85789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models create novel chemotypes optimized for potency and drug-like properties while built-in predictors flag toxicity and metabolic liabilities early.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675360"/>
            <a:ext cx="1004962" cy="12562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02670" y="3675360"/>
            <a:ext cx="222423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Design for Efficacy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902670" y="4098826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propose modifications to improve binding affinity and selectivity.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3675360"/>
            <a:ext cx="1004962" cy="12562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04330" y="3675360"/>
            <a:ext cx="2224230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Early Safety Filtering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604330" y="4408884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Toxicity and ADMET predictors filter out risky designs before synthesis.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3675360"/>
            <a:ext cx="1004962" cy="12562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05990" y="3675360"/>
            <a:ext cx="2224230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Synthesis-Aware Design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305990" y="4408884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systems incorporate synthetic accessibility to improve real-world feasibility.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72889"/>
            <a:ext cx="5319083" cy="79787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487" y="3984724"/>
            <a:ext cx="531908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Proof Moments: AI-Designed Candidates Reaching Trials</a:t>
            </a:r>
            <a:endParaRPr lang="en-US" sz="1550" dirty="0"/>
          </a:p>
        </p:txBody>
      </p:sp>
      <p:sp>
        <p:nvSpPr>
          <p:cNvPr id="4" name="Text 1"/>
          <p:cNvSpPr/>
          <p:nvPr/>
        </p:nvSpPr>
        <p:spPr>
          <a:xfrm>
            <a:off x="6217487" y="4528046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milestones demonstrate measurable impact.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217487" y="4683919"/>
            <a:ext cx="5319083" cy="486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Insilico Medicine’s AI-designed candidate for pulmonary fibrosis entered Phase II (ISM001-055).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benefits: accelerated discovery timelines (~80% faster) and reduced early discovery costs (~70% lower) in some programs.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case studies validate AI as a tool for shortening the runway from idea to IND-ready candidate.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72405"/>
            <a:ext cx="6296860" cy="18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Reality Check: Ethics, Bias, and Regulation Still Matter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281652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powerful, but limits and responsibilities remain central to adoption.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233360" y="3633986"/>
            <a:ext cx="6296860" cy="2551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"Black box" models require explainability and auditability for regulatory confidence.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bias and gaps (underrepresented populations, rare diseases) risk uneven performance — diverse datasets and fairness audits are essential.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Privacy, IP, and evolving regulatory pathways must be navigated — no fully AI-discovered drug has yet achieved broad regulatory approval without human-led validation.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3040"/>
            <a:ext cx="6336745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Comes Next — Human + AI Partnership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732484"/>
            <a:ext cx="6336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Looking ahead: integrated human–AI workflows, larger and more diverse biomedical datasets, and improved trial-outcome prediction promise faster, safer, and more personalized medicines.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702" y="1702495"/>
            <a:ext cx="190495" cy="19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30892" y="1977132"/>
            <a:ext cx="2340214" cy="142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650" dirty="0">
                <a:solidFill>
                  <a:srgbClr val="AEAE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was an error generating this image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7465727" y="3040856"/>
            <a:ext cx="4070744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7160934" y="3726061"/>
            <a:ext cx="46803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 Contact: research@yourlab.org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1475" y="4411166"/>
            <a:ext cx="3496877" cy="1721445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6832" y="4606528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Scale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856832" y="5029994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dataset variety: multi-omics, EHRs, and real-world evidence.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347359" y="4411166"/>
            <a:ext cx="3496877" cy="1721445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42716" y="4606528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Trust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4542716" y="5029994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models, regulatory engagement, and ethical frameworks.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033244" y="4411166"/>
            <a:ext cx="3496877" cy="1721445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8600" y="4606528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Impact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8228600" y="5029994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entry to trials, fewer late-stage failures, and more targeted therapies.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Microsoft Office PowerPoint</Application>
  <PresentationFormat>Widescreen</PresentationFormat>
  <Paragraphs>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Petrona 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chandan Jagruthi</cp:lastModifiedBy>
  <cp:revision>2</cp:revision>
  <dcterms:created xsi:type="dcterms:W3CDTF">2026-09-04T15:54:45Z</dcterms:created>
  <dcterms:modified xsi:type="dcterms:W3CDTF">2026-09-27T11:18:32Z</dcterms:modified>
</cp:coreProperties>
</file>